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3ea8a5c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3ea8a5c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3ea8a5c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3ea8a5c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3ea8a5cd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3ea8a5cd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3ea8a5cd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3ea8a5cd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3ea8a5cd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3ea8a5cd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3ea8a5cd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3ea8a5cd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3ea8a5cd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3ea8a5cd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Backend development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82963" y="4357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Aidar Nurbekov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407500" y="4169175"/>
            <a:ext cx="175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это такое ?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 такое Backend?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это "невидимая" часть веб-сайтов и приложений.</a:t>
            </a:r>
            <a:b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Он обрабатывает данные, отвечает на запросы и управляет всей внутренней логикой.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Пример</a:t>
            </a: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Когда ты делаешь заказ в интернет-магазине, backend обрабатывает заказ и сохраняет его в базе данных.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чего нужно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Backend — это невидимый движок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— это как движок автомобиля: его не видно, но без него машина не поедет. Он управляет всем, что происходит "внутри" системы, получая запросы от пользователя и обрабатывая их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изпользуется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Управления данными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сбор, хранение, поиск и обновление данных.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Обработки запросов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выполнение действий, которые запрашивает пользователь.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Безопасности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защита данных от несанкционированного доступа.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Интеграции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связь с внешними системами (например, банковскими или платёжными сервисами).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Проще говоря: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— это как центр управления полётами, где принимаются все важные решения и выполняются действия, которые ты не видишь, но которые необходимы для нормальной работы приложения.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Какие основные характеристики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Проще говоря: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Производительность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скорость обработки запросов.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Масштабируемость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возможность увеличивать мощность при росте пользователей.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Надежность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стабильная работа без сбоев.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Безопасность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защита данных от угроз.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Гибкость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легкость в изменениях и добавлении новых функций.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Удобство интеграции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простота подключения к другим сервисам.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Управляемость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легкость в управлении и мониторинге работы системы.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Эти характеристики делают backend основой для любого успешного приложения, обеспечивая его эффективную и безопасную работу.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создаётся ?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Проще говоря: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Планирование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определяем, что нужно создать.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Выбор технологий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выбираем язык и инструменты.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Создание базы данных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проектируем, где будут храниться данные.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Разработка API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создаем мост для общения с фронтендом.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Реализация логики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пишем код, который выполняет задачи.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Тестирование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проверяем, всё ли работает.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Развертывание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загружаем всё на сервер.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Мониторинг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следим за работой и вносим улучшения.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 создаётся backend — основа, на которой строится всё приложение!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4o mini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Какие есть основные правила ?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Проще говоря: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Чистый код</a:t>
            </a: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пиши так, чтобы было понятно.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Принципы REST</a:t>
            </a: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следуй стандартам в API.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Безопасность</a:t>
            </a: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защищай данные пользователей.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Обработка ошибок</a:t>
            </a: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показывай сообщения об ошибках.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Документация</a:t>
            </a: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описывай, как работает код.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Тестирование</a:t>
            </a: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проверяй, всё ли работает.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Производительность</a:t>
            </a: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оптимизируй скорость работы.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b="1"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Масштабируемость</a:t>
            </a: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готовься к росту приложения.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Следуя этим правилам, ты создашь надёжный и эффективный backend!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257325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Какие языки програмирования изпользуется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Легкий, идеален для новичков и быстрых проектов.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(Node.js):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Один язык для всего; быстро и удобно.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Надежный для крупных систем; много возможностей.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Ruby: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Быстрая разработка веб-приложений; простой в освоении.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Легкость интеграции с вебом; много фреймворков.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C#: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Отлично для Windows-приложений; мощные инструменты.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Быстрые и эффективные сервисы; хорошо для микросервисов.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C++: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Высокая производительность и контроль.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Rust: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Безопасность и производительность в одном флаконе.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Каждый язык подходит для разных задач, и выбор зависит от того, что именно нужно сделать!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4o mini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